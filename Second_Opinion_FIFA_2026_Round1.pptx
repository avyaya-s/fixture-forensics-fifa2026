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4507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CUP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 Opinion: FIFA 2026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fairness and broadcast-reach audit of the FIFA World Cup 2026 match schedule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Data &amp; AI Analytics - Open Ended Problem Statement (PS6)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Vortex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274514"/>
              </p:ext>
            </p:extLst>
          </p:nvPr>
        </p:nvGraphicFramePr>
        <p:xfrm>
          <a:off x="548637" y="3977640"/>
          <a:ext cx="8829157" cy="2423160"/>
        </p:xfrm>
        <a:graphic>
          <a:graphicData uri="http://schemas.openxmlformats.org/drawingml/2006/table">
            <a:tbl>
              <a:tblPr/>
              <a:tblGrid>
                <a:gridCol w="21656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2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2585">
                  <a:extLst>
                    <a:ext uri="{9D8B030D-6E8A-4147-A177-3AD203B41FA5}">
                      <a16:colId xmlns:a16="http://schemas.microsoft.com/office/drawing/2014/main" val="2205154759"/>
                    </a:ext>
                  </a:extLst>
                </a:gridCol>
                <a:gridCol w="17491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9173">
                  <a:extLst>
                    <a:ext uri="{9D8B030D-6E8A-4147-A177-3AD203B41FA5}">
                      <a16:colId xmlns:a16="http://schemas.microsoft.com/office/drawing/2014/main" val="1202654182"/>
                    </a:ext>
                  </a:extLst>
                </a:gridCol>
              </a:tblGrid>
              <a:tr h="5868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B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B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B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Avyaya S Yekkar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1RV24CS057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RVCE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2</a:t>
                      </a:r>
                      <a:r>
                        <a:rPr lang="en-US" sz="1200" baseline="30000" dirty="0">
                          <a:latin typeface="Calibri" charset="0"/>
                          <a:ea typeface="Calibri" charset="0"/>
                          <a:cs typeface="Calibri" charset="0"/>
                        </a:rPr>
                        <a:t>nd</a:t>
                      </a: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 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8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Bhuvan K </a:t>
                      </a:r>
                      <a:r>
                        <a:rPr lang="en-US" sz="1200" dirty="0" err="1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1RV24CS060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RVCE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2</a:t>
                      </a:r>
                      <a:r>
                        <a:rPr lang="en-US" sz="1200" baseline="30000" dirty="0">
                          <a:latin typeface="Calibri" charset="0"/>
                          <a:ea typeface="Calibri" charset="0"/>
                          <a:cs typeface="Calibri" charset="0"/>
                        </a:rPr>
                        <a:t>nd</a:t>
                      </a: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 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8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Bidada Varad Shailesh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1RV24CS062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RVCE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CSE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2</a:t>
                      </a:r>
                      <a:r>
                        <a:rPr lang="en-US" sz="1200" baseline="30000" dirty="0">
                          <a:latin typeface="Calibri" charset="0"/>
                          <a:ea typeface="Calibri" charset="0"/>
                          <a:cs typeface="Calibri" charset="0"/>
                        </a:rPr>
                        <a:t>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527816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989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2 - Data &amp; AI Analytics: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6 (Open Problem Statement)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problem, as we define it: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must decide venue, date and kickoff time for 104 World Cup 2026 matches (72 group-stage, 32 knockout), balancing player welfare (heat, rest, altitude), broadcast revenue (global timezone reach), and venue-demand fit. FIFA has described this as a collaborative, multi-function internal exercise - but the specific tradeoffs behind any single decision are invisible to fans, analysts, and the competing teams themselves.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589520" y="1417320"/>
            <a:ext cx="4053535" cy="4206240"/>
          </a:xfrm>
          <a:prstGeom prst="rect">
            <a:avLst/>
          </a:prstGeom>
          <a:solidFill>
            <a:srgbClr val="EAF0FB"/>
          </a:solidFill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818120" y="1600200"/>
            <a:ext cx="3596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exists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18120" y="1965960"/>
            <a:ext cx="3596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public, independent way exists to audit these scheduling tradeoffs match by match, or check whether they're applied consistently across teams and confederations.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18120" y="3063240"/>
            <a:ext cx="3596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18120" y="3429000"/>
            <a:ext cx="35963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welfare and competitive fairness are directly affected by scheduling. Every match involves real athletes, real travel, real heat and altitude exposure - and real broadcast revenue riding on the kickoff slot chosen.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deep dive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genuinely hard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938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ground truth for “fair”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published FIFA scoring model to check against - thresholds for “too hot”, “too far”, or “too unfair” must be independently defined and defended.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394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0" y="1938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objectives, no fixed hierarchy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22402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reach, player welfare, and venue fit routinely pull in opposite directions. A great broadcast slot can be a genuine travel or altitude cost to one team - there's no obvious correct weighting.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5394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32186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scattered, not unified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520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Schedule, venue specs, historical weather, team travel history and elevation data live in entirely separate public sources with no common key.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3108960"/>
            <a:ext cx="5394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0" y="32186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Distinguishing tradeoff from bias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3520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 fairness score could reflect an unavoidable tradeoff FIFA accepted knowingly, or a genuine oversight - telling these apart requires reasoning, not just a number.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idea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scores every completed group-stage match (72 of 104) against five independent, transparent criteria - then explains, in plain English, the tradeoffs behind FIFA's actual scheduling choices. Knockout matches are a documented future extension (see Slide 8) since their teams weren't known when the schedule was fixed.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56616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climate risk, broadcast reach, travel fairness, venue fit, and altitude fairness for any match - then aggregates into one composite score with a written explanation of the tension between them.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0832" y="2514600"/>
            <a:ext cx="3566160" cy="2834640"/>
          </a:xfrm>
          <a:prstGeom prst="rect">
            <a:avLst/>
          </a:prstGeom>
          <a:solidFill>
            <a:srgbClr val="EAF0FB"/>
          </a:solidFill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99432" y="2743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99432" y="320040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Analysts, journalists, football federations, and fans who want to independently understand why a match was scheduled the way it was - not just accept it.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93024" y="2514600"/>
            <a:ext cx="356616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421624" y="2743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solves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21624" y="320040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an opaque, closed-door scheduling process into an auditable, explainable one - grounded in FIFA's own stated criteria, not invented opinions.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and methodology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(built once, static)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matches.csv, venues.csv, teams.csv, climate.csv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2026 schedule + venue specs; historical weather via API; derived rest-day and travel-distance tables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feed - a complete, pre-built reference dataset for the 72 group-stage matches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09360" y="13716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scoring modules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169164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risk, broadcast reach, travel fairness, venue fit, altitude fairness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Plain, rule-based Python - deterministic and explainable, no black-box ML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threshold grounded in FIFA's own stated criteria or established football/sports-science norms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and explanation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composite of the five scores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scoped LLM call narrates the tradeoff between scores - grounded strictly in numbers already computed, never inventing facts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09360" y="32461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and tooling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356616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- match search, score breakdown, tournament-wide pattern view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agent layer (stretch): a ReAct/tool-calling agent that queries the five scorers to answer open-ended questions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11094415" cy="1051560"/>
          </a:xfrm>
          <a:prstGeom prst="rect">
            <a:avLst/>
          </a:prstGeom>
          <a:solidFill>
            <a:srgbClr val="EAF0FB"/>
          </a:solidFill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" y="502920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Python + pandas · SQLite/CSV · Open-Meteo historical weather API · Streamlit · Plotly · LLM API for narration and tool-calling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389120" y="1417320"/>
            <a:ext cx="3383280" cy="594360"/>
          </a:xfrm>
          <a:prstGeom prst="rect">
            <a:avLst/>
          </a:prstGeom>
          <a:solidFill>
            <a:srgbClr val="EAF0FB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480560" y="14721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&amp; venue data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480560" y="17282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Schedule, climate, teams, elevation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51764" y="2423160"/>
            <a:ext cx="1965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43204" y="24780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risk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43204" y="273405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&amp; venue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 flipH="1">
            <a:off x="1834744" y="2011680"/>
            <a:ext cx="4246016" cy="41148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982316" y="2423160"/>
            <a:ext cx="1965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073756" y="24780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73756" y="273405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Timezone reach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 flipH="1">
            <a:off x="3965296" y="2011680"/>
            <a:ext cx="2115464" cy="41148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112868" y="2423160"/>
            <a:ext cx="1965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204308" y="24780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204308" y="273405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&amp; distance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0760" y="2011680"/>
            <a:ext cx="15088" cy="41148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243420" y="2423160"/>
            <a:ext cx="1965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34860" y="24780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fit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34860" y="273405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check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80760" y="2011680"/>
            <a:ext cx="2145640" cy="41148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9373972" y="2423160"/>
            <a:ext cx="1965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465412" y="24780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465412" y="273405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gap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80760" y="2011680"/>
            <a:ext cx="4276192" cy="41148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389120" y="3520440"/>
            <a:ext cx="3383280" cy="594360"/>
          </a:xfrm>
          <a:prstGeom prst="rect">
            <a:avLst/>
          </a:prstGeom>
          <a:solidFill>
            <a:srgbClr val="F0F4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480560" y="35753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480560" y="38313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blend + LLM tradeoff reasoning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834744" y="3063240"/>
            <a:ext cx="4246016" cy="45720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965296" y="3063240"/>
            <a:ext cx="2115464" cy="45720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 flipH="1">
            <a:off x="6080760" y="3063240"/>
            <a:ext cx="15088" cy="45720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 flipH="1">
            <a:off x="6080760" y="3063240"/>
            <a:ext cx="2145640" cy="45720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 flipH="1">
            <a:off x="6080760" y="3063240"/>
            <a:ext cx="4276192" cy="45720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846320" y="4526280"/>
            <a:ext cx="2468880" cy="457200"/>
          </a:xfrm>
          <a:prstGeom prst="rect">
            <a:avLst/>
          </a:prstGeom>
          <a:solidFill>
            <a:srgbClr val="EAF0FB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937760" y="45811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 &amp; explanation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080760" y="4114800"/>
            <a:ext cx="0" cy="41148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548640" y="5349240"/>
            <a:ext cx="1109441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7724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agent layer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77240" y="5779008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on top of the same five scorers as callable tools. A natural-language question (e.g. “why did Morocco get a tougher travel-fairness score than Brazil?”) is resolved by the agent choosing which scorer(s) to call, then reasoning over the real numbers returned - never inventing a score itself.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output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judge will see when the system runs - a match score card: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6751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Brazil vs. Morocco - MetLife Stadium, June 13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schedule score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7.2 / 10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383280"/>
          <a:ext cx="6217920" cy="23164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Climate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- 26°C, comfortable, open-air venue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Broadcast reach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/ 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for Brazil (prime time); weak for Europe (past midnight)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 fairness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Morocco: shorter rest, longer travel vs. Brazil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 fit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/ 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capacity matches high expected demand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Altitude fairness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/ 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Sea-level venue - negligible effect for both teams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498080" y="1828800"/>
            <a:ext cx="4144975" cy="4297680"/>
          </a:xfrm>
          <a:prstGeom prst="rect">
            <a:avLst/>
          </a:prstGeom>
          <a:solidFill>
            <a:srgbClr val="EAF0FB"/>
          </a:solidFill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726680" y="2057400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Q&amp;A (stretch)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26680" y="2423160"/>
            <a:ext cx="3687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did Morocco score worse on travel fairness than Brazil?”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726680" y="2971800"/>
            <a:ext cx="36877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Morocco played their previous group match in Houston, three days before this fixture; Brazil's previous match was closer and four days prior. That two-day rest gap and longer travel distance is what drives Morocco's lower travel-fairness score for this match.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our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5727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verifiable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score the real, already-published 2026 schedule - not synthetic data - so every claim can be checked against an actual match.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0" y="15727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not invented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18745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threshold traces back to FIFA's own stated venue-selection criteria or established football/sports-science norms - defensible if challenged.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770632"/>
            <a:ext cx="5394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by design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18211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rule-based scorers with visible reasoning at every step - no black-box model standing between a score and its justification.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770632"/>
            <a:ext cx="5394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0" y="2880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Evaluator, not generator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318211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deliberately audit real decisions rather than propose a brand-new schedule from scratch - a narrower, more honest, and more demoable claim.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11094415" cy="914400"/>
          </a:xfrm>
          <a:prstGeom prst="rect">
            <a:avLst/>
          </a:prstGeom>
          <a:solidFill>
            <a:srgbClr val="EAF0FB"/>
          </a:solidFill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choosing the open problem statement: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7240" y="4590288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gap in the tournament lifecycle - auditing scheduling fairness - wasn't covered by any listed problem statement, but it's a genuine, under-modelled, data-rich problem directly tied to the event this hackathon is themed around.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11094415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77240" y="53675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future extension: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5641848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score the 72 group-stage matches, where teams and schedule were fixed together at the same draw. The 32 knockout matches are future scope: enumerate every team that could occupy each unresolved bracket slot, score every hypothetical pairing, and aggregate into an expected fairness score with a best-case/worst-case range.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Team's plan and timeline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35661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19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sourcing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 real 2026 schedule, venue, elevation, timezone data; source historical weather; build the four core tables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and test the five scoring functions independently against known matches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16–24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composite scoring plus grounded LLM tradeoff narration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24–32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UI - match search, score breakdown, tournament-wide pattern 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32–40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(stretch)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 scorers as tools, add chat interface for open-ended questions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 hero matches, verify demo flows end-to-end, fix edge cases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44–48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Pitch prep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7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Slides, rehearsed narrative, fallback clip for the agent demo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66360"/>
            <a:ext cx="11094415" cy="1051560"/>
          </a:xfrm>
          <a:prstGeom prst="rect">
            <a:avLst/>
          </a:prstGeom>
          <a:solidFill>
            <a:srgbClr val="EAF0FB"/>
          </a:solidFill>
          <a:ln w="9525">
            <a:solidFill>
              <a:srgbClr val="D7DC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77240" y="5303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of work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" y="557784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sourcing and scorer logic owned jointly in the first 16 hours; dashboard and aggregator split by strength thereafter. Final 8 hours reserved for integration, polish, and pitch rehearsal - not new features.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1412</Words>
  <Application>Microsoft Office PowerPoint</Application>
  <PresentationFormat>Widescreen</PresentationFormat>
  <Paragraphs>170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Second Opinion: FIFA 2026</dc:title>
  <dc:subject>PptxGenJS Presentation</dc:subject>
  <dc:creator>Team</dc:creator>
  <cp:lastModifiedBy>Avyaya S Yekkar</cp:lastModifiedBy>
  <cp:revision>2</cp:revision>
  <dcterms:created xsi:type="dcterms:W3CDTF">2026-07-04T06:43:42Z</dcterms:created>
  <dcterms:modified xsi:type="dcterms:W3CDTF">2026-07-04T06:57:29Z</dcterms:modified>
</cp:coreProperties>
</file>